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42" autoAdjust="0"/>
    <p:restoredTop sz="94660"/>
  </p:normalViewPr>
  <p:slideViewPr>
    <p:cSldViewPr snapToGrid="0">
      <p:cViewPr>
        <p:scale>
          <a:sx n="100" d="100"/>
          <a:sy n="100" d="100"/>
        </p:scale>
        <p:origin x="48" y="-1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9E898-88B0-1947-BF1C-BCB628581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987F7E-5318-7437-551D-C2E52048A1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E30333-8B44-EB68-DC7E-A3163E2C7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86968-B275-6D75-546E-7F3E7F204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8334B-FE2F-AD34-D402-734BCB92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00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66B8-798D-9408-FFB0-C35A6DE0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45053-616D-643F-43A3-0D9B0007A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10E65-7719-FDD7-C86E-524647B9A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877D6-1A77-E239-0002-10B860351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E76E1-DE43-6F0B-DDE1-61F60B301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019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7DA52-9BF5-3A29-8AC2-8C1150E0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24F46-220C-93F6-CDCC-264B12BBC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D23E2-C71B-0FD9-6821-874F49498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9AD43C-C5AE-74E9-6EA1-E1227904B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7AF3E-AFB0-DADA-F757-99C4F6D3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9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005D1-A23A-6551-02FA-ACC338AA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A4B6D-4A3F-6F1F-B50A-E66C8C3BC5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6B1DD-A5B7-159F-B5F7-59C0F666F1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6FB34B-7AF5-1E37-7D6A-731A73B5F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BBFA5B-6CEA-C76C-ADD7-3D45D2268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A0474-F2DF-0A90-A937-E15BD8236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61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ADB23-F30A-1FD5-CEBA-5959BD5CC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8925B-B217-B3BD-5A80-02A82431C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56D54-5C95-A825-7925-77A10EFFAF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0C3196-D99B-13C5-4010-8A6B7CA8FE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6C7D55-ECE8-5886-5B2C-216922265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10B27C-87AA-6A13-CB25-FD8C06EB5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74FB12-099B-73CC-E0B3-3FD79A8DB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24A6BE-7517-834A-213B-6C1A217E8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76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8136-04DA-2739-BAB6-ED840DAE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CE24FB-1CE4-BAD4-C6A6-7B4AB94C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E1B5B8-8869-7133-265D-AE0C5559E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164C85-7080-54C4-29B9-38DA8959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58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D7388A-CAF8-DE91-7987-AAB92E5DC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2D888B-5A97-A55A-4497-E4930B65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5D8FA-5B2A-7FCA-8FEB-D9678C990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18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56B19-4FC0-D7BB-53D0-17CB92E52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50551-608D-6F28-2B9C-84170DDF6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1EE76-C0F0-8A53-D455-AFE0056CE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9AF07-EFF0-217C-2B37-9652195D0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D66FE-0EAD-5109-0B2A-AF37ABAA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2B33B-780F-3788-FD36-4C4F8E877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460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98FF4-8123-88F3-C838-83EF125C3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153C99-F07B-8C28-5365-0A1074AD3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5F8A0-CE7B-3D3E-B25F-C53FCD951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AE0F2-3D25-3712-787B-D4ED53CE7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906DB6-266B-A44E-75BE-D99A966A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35DDE-51ED-5530-A341-D20BFC445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07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0A569-B3E2-CDB8-AB7B-9EF94B0D2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65059A-6162-A50C-91B3-AE331039E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3221E-E4DF-59A0-2678-5628B833F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559A7-C6FC-7F63-E138-158068B49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58C19-976C-11C7-2396-9BBFD18B9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23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1F96E0E-68B8-7BCB-9649-30D86C9568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C35C4-6D6B-6AF3-007E-3B6CA2678C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1D5E7-ADEB-2A98-D537-8FA067810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D0F59-E1A3-0131-9B9C-47B4E0D1E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04ECB-4D05-66EA-5FC4-7613E2CB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08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A1556C-B406-1375-D187-9ABB6CE79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4DFFC4-A5F4-A048-8F6F-43EADEEDB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BAD7E-582B-2440-D6BA-F34F482D39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05296E-385C-479F-B6F7-F25B09804D7A}" type="datetimeFigureOut">
              <a:rPr lang="en-US" smtClean="0"/>
              <a:t>2/28/2025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A0C29-BD5C-0F37-03B6-C8902A18F0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7D09B-77BA-1A73-03EF-1DA754505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AE057-BD83-403F-AE74-B271A5DD7A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43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B867C56-760A-7B08-DD17-11A58E04B6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458200" cy="462318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19D254B-3911-CB48-9A07-C89116B5E8E1}"/>
              </a:ext>
            </a:extLst>
          </p:cNvPr>
          <p:cNvSpPr/>
          <p:nvPr/>
        </p:nvSpPr>
        <p:spPr>
          <a:xfrm>
            <a:off x="704850" y="581025"/>
            <a:ext cx="285750" cy="2952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D8974B1-07BF-0073-DE7C-8936D26A8B11}"/>
              </a:ext>
            </a:extLst>
          </p:cNvPr>
          <p:cNvSpPr/>
          <p:nvPr/>
        </p:nvSpPr>
        <p:spPr>
          <a:xfrm>
            <a:off x="1744980" y="794385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3AD1C2B-8200-6C11-A7E7-616C25815229}"/>
              </a:ext>
            </a:extLst>
          </p:cNvPr>
          <p:cNvSpPr/>
          <p:nvPr/>
        </p:nvSpPr>
        <p:spPr>
          <a:xfrm>
            <a:off x="2945130" y="794385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5C14ED-117F-5C76-609F-76C0445357DE}"/>
              </a:ext>
            </a:extLst>
          </p:cNvPr>
          <p:cNvSpPr/>
          <p:nvPr/>
        </p:nvSpPr>
        <p:spPr>
          <a:xfrm>
            <a:off x="4145280" y="794385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BA9DB51-1105-580B-E7AE-78E93B15E900}"/>
              </a:ext>
            </a:extLst>
          </p:cNvPr>
          <p:cNvSpPr/>
          <p:nvPr/>
        </p:nvSpPr>
        <p:spPr>
          <a:xfrm>
            <a:off x="4431030" y="1500187"/>
            <a:ext cx="285750" cy="2952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239310E-FBAF-88C0-7880-5E8FB25BAA95}"/>
              </a:ext>
            </a:extLst>
          </p:cNvPr>
          <p:cNvSpPr/>
          <p:nvPr/>
        </p:nvSpPr>
        <p:spPr>
          <a:xfrm>
            <a:off x="7042785" y="646747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A3CAEF0-2FD0-C06D-94C2-F26301BD2D6E}"/>
              </a:ext>
            </a:extLst>
          </p:cNvPr>
          <p:cNvSpPr/>
          <p:nvPr/>
        </p:nvSpPr>
        <p:spPr>
          <a:xfrm>
            <a:off x="6539865" y="1856422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EA32583-2CF9-4EC8-8B7D-22529278E6FD}"/>
              </a:ext>
            </a:extLst>
          </p:cNvPr>
          <p:cNvSpPr/>
          <p:nvPr/>
        </p:nvSpPr>
        <p:spPr>
          <a:xfrm>
            <a:off x="1202055" y="3281362"/>
            <a:ext cx="285750" cy="2952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7DB1C2E-5A52-4707-8843-1DB8F01689A7}"/>
              </a:ext>
            </a:extLst>
          </p:cNvPr>
          <p:cNvSpPr/>
          <p:nvPr/>
        </p:nvSpPr>
        <p:spPr>
          <a:xfrm>
            <a:off x="1202055" y="4050029"/>
            <a:ext cx="285750" cy="2952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F78E879-8120-96B6-9C9D-3CE30E3FFDE8}"/>
              </a:ext>
            </a:extLst>
          </p:cNvPr>
          <p:cNvSpPr/>
          <p:nvPr/>
        </p:nvSpPr>
        <p:spPr>
          <a:xfrm>
            <a:off x="3139440" y="3133724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J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96BDCA-556D-6216-5BC6-19BD46F91322}"/>
              </a:ext>
            </a:extLst>
          </p:cNvPr>
          <p:cNvSpPr/>
          <p:nvPr/>
        </p:nvSpPr>
        <p:spPr>
          <a:xfrm>
            <a:off x="5143500" y="3133723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K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C76D9C7-BA8D-672E-D281-56506215DC30}"/>
              </a:ext>
            </a:extLst>
          </p:cNvPr>
          <p:cNvSpPr/>
          <p:nvPr/>
        </p:nvSpPr>
        <p:spPr>
          <a:xfrm>
            <a:off x="7520940" y="3133722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3CB7CC-CC82-0532-921F-1BAEC8453AF0}"/>
              </a:ext>
            </a:extLst>
          </p:cNvPr>
          <p:cNvSpPr txBox="1"/>
          <p:nvPr/>
        </p:nvSpPr>
        <p:spPr>
          <a:xfrm>
            <a:off x="306594" y="4716031"/>
            <a:ext cx="117791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dirty="0"/>
              <a:t>A – Adjustable window to select muscle(s) for analysis + comparison.</a:t>
            </a:r>
          </a:p>
          <a:p>
            <a:r>
              <a:rPr lang="en-US" sz="1050" dirty="0"/>
              <a:t>B – Y-intercept of line of best fit in E.  “You’re asymmetrical by 38%.”</a:t>
            </a:r>
          </a:p>
          <a:p>
            <a:r>
              <a:rPr lang="en-US" sz="1050" dirty="0"/>
              <a:t>C – 1-r^2 value from line of best fit in E.  When the value is higher, D is less repeatable.</a:t>
            </a:r>
          </a:p>
          <a:p>
            <a:r>
              <a:rPr lang="en-US" sz="1050" dirty="0"/>
              <a:t>D – Ratio of values in F.</a:t>
            </a:r>
          </a:p>
          <a:p>
            <a:r>
              <a:rPr lang="en-US" sz="1050" dirty="0"/>
              <a:t>E – Plot showing relationship of activation for each contraction, within the window of muscle contractions set at H. X-axis is one muscle (R Biceps here), and Y-axis is other muscle (L Biceps here).</a:t>
            </a:r>
          </a:p>
          <a:p>
            <a:r>
              <a:rPr lang="en-US" sz="1050" dirty="0"/>
              <a:t>F – Average % MVC of each muscle, using the Integral % MVC of each contraction, within the window of muscle contractions set at H.</a:t>
            </a:r>
          </a:p>
          <a:p>
            <a:r>
              <a:rPr lang="en-US" sz="1050" dirty="0"/>
              <a:t>G – Bar graph showing the Integral % MVC of each muscle during each contraction, within the window of muscle contractions set at H.  X-axis is # of  Muscle Contractions, Y-axis is % MVC.</a:t>
            </a:r>
          </a:p>
          <a:p>
            <a:r>
              <a:rPr lang="en-US" sz="1050" dirty="0"/>
              <a:t>H – Adjustable window to set the # of muscle contractions to observe.</a:t>
            </a:r>
          </a:p>
          <a:p>
            <a:r>
              <a:rPr lang="en-US" sz="1050" dirty="0"/>
              <a:t>I – Playback feature, allowing you to see how the metrics change as more contractions are added over the duration of the trial.</a:t>
            </a:r>
          </a:p>
          <a:p>
            <a:r>
              <a:rPr lang="en-US" sz="1050" dirty="0"/>
              <a:t>J – Peak Activation for each muscle, within the window of muscle contractions set at H.</a:t>
            </a:r>
          </a:p>
          <a:p>
            <a:r>
              <a:rPr lang="en-US" sz="1050" dirty="0"/>
              <a:t>K – % of the sum of each muscle’s Integrated % MVC, within the window of muscle contractions set at H.</a:t>
            </a:r>
          </a:p>
          <a:p>
            <a:r>
              <a:rPr lang="en-US" sz="1050" dirty="0"/>
              <a:t>L – Average Time to reach the Peak Activation, starting from the onset of muscle contraction, for all contractions within the window of muscle contractions set at H.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48B224D-6A36-F4FD-AE1C-A9F347F7C5F3}"/>
              </a:ext>
            </a:extLst>
          </p:cNvPr>
          <p:cNvSpPr/>
          <p:nvPr/>
        </p:nvSpPr>
        <p:spPr>
          <a:xfrm>
            <a:off x="9140190" y="3286124"/>
            <a:ext cx="285750" cy="295275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B9D9263-8158-91E8-BBB3-D80BADF373C9}"/>
              </a:ext>
            </a:extLst>
          </p:cNvPr>
          <p:cNvSpPr/>
          <p:nvPr/>
        </p:nvSpPr>
        <p:spPr>
          <a:xfrm>
            <a:off x="9140190" y="3748208"/>
            <a:ext cx="285750" cy="295275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D39832-1A30-FE4D-5FF3-4E8DE51F3881}"/>
              </a:ext>
            </a:extLst>
          </p:cNvPr>
          <p:cNvSpPr txBox="1"/>
          <p:nvPr/>
        </p:nvSpPr>
        <p:spPr>
          <a:xfrm>
            <a:off x="9525000" y="3244331"/>
            <a:ext cx="2503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Adjustable Parameter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D4CDCE-E140-AB88-1625-CFB11C7936FB}"/>
              </a:ext>
            </a:extLst>
          </p:cNvPr>
          <p:cNvSpPr txBox="1"/>
          <p:nvPr/>
        </p:nvSpPr>
        <p:spPr>
          <a:xfrm>
            <a:off x="9525000" y="3711179"/>
            <a:ext cx="1919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= Adjusted Metric</a:t>
            </a:r>
          </a:p>
        </p:txBody>
      </p:sp>
    </p:spTree>
    <p:extLst>
      <p:ext uri="{BB962C8B-B14F-4D97-AF65-F5344CB8AC3E}">
        <p14:creationId xmlns:p14="http://schemas.microsoft.com/office/powerpoint/2010/main" val="727126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1813</TotalTime>
  <Words>300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Nicholas Ducey</dc:creator>
  <cp:lastModifiedBy>Nicholas Ducey</cp:lastModifiedBy>
  <cp:revision>3</cp:revision>
  <dcterms:created xsi:type="dcterms:W3CDTF">2025-02-28T20:23:30Z</dcterms:created>
  <dcterms:modified xsi:type="dcterms:W3CDTF">2025-03-02T02:37:16Z</dcterms:modified>
</cp:coreProperties>
</file>